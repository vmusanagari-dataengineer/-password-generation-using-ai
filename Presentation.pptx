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80"/>
  </p:normalViewPr>
  <p:slideViewPr>
    <p:cSldViewPr snapToGrid="0">
      <p:cViewPr varScale="1">
        <p:scale>
          <a:sx n="192" d="100"/>
          <a:sy n="192" d="100"/>
        </p:scale>
        <p:origin x="1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d8282be8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d8282be8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d8282be8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d8282be8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d8282be8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d8282be83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d8282be8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d8282be8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d8282be83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d8282be83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d8282be83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d8282be83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d8282be83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d8282be83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d8282be8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d8282be8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d8282be83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d8282be83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d8282be83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1d8282be83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d8282be83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1d8282be83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d8282be8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1d8282be83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d8282be83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d8282be83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412435" y="1651286"/>
            <a:ext cx="5473148" cy="2191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Password Management 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Presented by: Vinay Musanagari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5885178" cy="673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Goals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37865" y="1066800"/>
            <a:ext cx="7038900" cy="33329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Project Objective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 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381000" indent="-228600" fontAlgn="base">
              <a:buSzPts val="1200"/>
              <a:buFont typeface="+mj-lt"/>
              <a:buAutoNum type="arabicPeriod"/>
            </a:pPr>
            <a:r>
              <a:rPr lang="en-US" sz="1200" dirty="0">
                <a:latin typeface="Arial"/>
                <a:cs typeface="Arial"/>
              </a:rPr>
              <a:t>Understand authentication domain + related security and privacy challenges</a:t>
            </a:r>
          </a:p>
          <a:p>
            <a:pPr marL="381000" indent="-228600" fontAlgn="base">
              <a:buSzPts val="1200"/>
              <a:buFont typeface="+mj-lt"/>
              <a:buAutoNum type="arabicPeriod"/>
            </a:pPr>
            <a:r>
              <a:rPr lang="en-US" sz="1200" dirty="0">
                <a:latin typeface="Arial"/>
                <a:cs typeface="Arial"/>
              </a:rPr>
              <a:t>Understand AI models and their application to password-based authentication</a:t>
            </a:r>
          </a:p>
          <a:p>
            <a:pPr marL="381000" indent="-228600" fontAlgn="base">
              <a:buSzPts val="1200"/>
              <a:buFont typeface="+mj-lt"/>
              <a:buAutoNum type="arabicPeriod"/>
            </a:pPr>
            <a:r>
              <a:rPr lang="en-US" sz="1200" dirty="0">
                <a:latin typeface="Arial"/>
                <a:cs typeface="Arial"/>
              </a:rPr>
              <a:t>Design an AI-based model to effectively manage passwords </a:t>
            </a:r>
          </a:p>
          <a:p>
            <a:pPr marL="381000" indent="-228600" fontAlgn="base">
              <a:buSzPts val="1200"/>
              <a:buFont typeface="+mj-lt"/>
              <a:buAutoNum type="arabicPeriod"/>
            </a:pPr>
            <a:r>
              <a:rPr lang="en-US" sz="1200" dirty="0">
                <a:latin typeface="Arial"/>
                <a:cs typeface="Arial"/>
              </a:rPr>
              <a:t>Evaluate the proposed model/solution through experimentation/analysis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Datasets Used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ROCKYOU, PWNED (Pond Dataset)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PWLDS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Key Phases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Dataset Preparation (On Dataset1 and Dataset2)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Neural Network Classifier (On Dataset1 and Dataset2)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Variational Autoencoder for Generation (On Dataset2)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Password Security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Weak passwords are vulnerable to attacks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Automatically generate and classify passwords of varying strengths (weak, normal, strong)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Challenges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Lack of labeled data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Lack of enhanced features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Effective classification and generation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ROCKYOU and PWNED (Pond Dataset)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Rockyou has only common passwords - for finding what password is common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Raw passwords and hash values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Breach count for each password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PWLDS Dataset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(5 million passwords):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Password strength classes: 0 to 4 (Very Weak to Very Strong)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Crafted Features: Length, count of alphabets, numbers, special characters, ratios, etc.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Preprocessing (Stage 1)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191482" y="1183237"/>
            <a:ext cx="7038900" cy="2355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PWNED Dataset Features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Password column, hash (removed), breach count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Added features: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Number of alphabets, digits, special characters, uppercase, lowercase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Uppercase vs. lowercase ratio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Repeated characters count etc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Challenge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 No labels for password strength (Clustering required)</a:t>
            </a: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Clustering for Label Generation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Clustering Techniques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K-Means, Agglomerative Clustering, and Gaussian Mixture Models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K-Means selected for label generation (weak, normal, strong)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Challenges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 Clustering didn’t yield perfect results</a:t>
            </a: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Transition to PWLDS Dataset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Why PWLDS?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Contains 5 million passwords with predefined strength labels (0-4)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Dataset Features Created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Length of the password,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Count of different characters and numeric values,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Uppercase-lowercase ratio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Repeated characters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Next Step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Training a neural network classifier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Neural Network Classifier (Phase 2)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Model Overview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Input Features: All that what we created 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(Length, count of alphabets, digits, special characters, etc)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Output: Password strength (0-4)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94% validation accuracy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93.7% testing accuracy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Good precision, recall, and F1 scores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Training Curves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Stable convergence, no overfitting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Variational Autoencoder for Password Generation (Phase 3)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Generative Model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 Variational Autoencoder (VAE)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 Generate strong passwords with high complexity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 dirty="0">
                <a:latin typeface="Arial"/>
                <a:ea typeface="Arial"/>
                <a:cs typeface="Arial"/>
                <a:sym typeface="Arial"/>
              </a:rPr>
              <a:t>Outcome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Successfully generated passwords that were categorized as strong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and Graphs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302750" y="1692550"/>
            <a:ext cx="8033700" cy="24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Train Accuracy: 93.66%		|	Val Accuracy: 93.73%		|	Test Accuracy: 93.71%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743" y="2258400"/>
            <a:ext cx="2844656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750" y="2209512"/>
            <a:ext cx="5064049" cy="25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Discussion and Challenges</a:t>
            </a:r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Initial Stage Challenges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Issues with clustering and labeling in the first dataset (PWNED)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Transitioning to a labeled dataset (PWLDS) resolved many issues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Key Findings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Neural network classifier performed well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VAE showed potential for generating secure passwords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Improvement Areas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Enhance the VAE to generate even stronger passwords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Experiment with other generative models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Expand and refine the dataset for more robust training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Potential Applications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Automated password managers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Security systems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Summary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project successfully classified and generated strong passwords using machine learning.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neural network classifier and VAE demonstrated solid performance.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Contributions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: Improved password security through automated classification and generation techniques.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2278500" y="19974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Macintosh PowerPoint</Application>
  <PresentationFormat>On-screen Show (16:9)</PresentationFormat>
  <Paragraphs>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Courier New</vt:lpstr>
      <vt:lpstr>Montserrat</vt:lpstr>
      <vt:lpstr>Lato</vt:lpstr>
      <vt:lpstr>Arial</vt:lpstr>
      <vt:lpstr>Times New Roman</vt:lpstr>
      <vt:lpstr>Focus</vt:lpstr>
      <vt:lpstr>Develop an AI-based Password Management System</vt:lpstr>
      <vt:lpstr>Project Goals</vt:lpstr>
      <vt:lpstr>Problem Statement</vt:lpstr>
      <vt:lpstr>Dataset Overview</vt:lpstr>
      <vt:lpstr>Data Preprocessing (Stage 1)</vt:lpstr>
      <vt:lpstr>Clustering for Label Generation</vt:lpstr>
      <vt:lpstr>Transition to PWLDS Dataset</vt:lpstr>
      <vt:lpstr>Neural Network Classifier (Phase 2)</vt:lpstr>
      <vt:lpstr>Variational Autoencoder for Password Generation (Phase 3)</vt:lpstr>
      <vt:lpstr>Results and Graphs</vt:lpstr>
      <vt:lpstr>Discussion and Challenges</vt:lpstr>
      <vt:lpstr>Future Work</vt:lpstr>
      <vt:lpstr>Conclusion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Vinay Bhargav Musanagari</cp:lastModifiedBy>
  <cp:revision>1</cp:revision>
  <dcterms:modified xsi:type="dcterms:W3CDTF">2024-12-24T21:21:42Z</dcterms:modified>
</cp:coreProperties>
</file>